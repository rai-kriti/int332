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Volumes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91AD3-323F-3A61-BBAF-9DC76175E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370" y="1417638"/>
            <a:ext cx="7734451" cy="3950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2: Docker Volumes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9AC7B-6F21-8303-3F3E-1408513E0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265" y="1097280"/>
            <a:ext cx="8270968" cy="52463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Lab 2: Docker Volumes</vt:lpstr>
      <vt:lpstr>Lab 2: Docker Volumes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Singh</cp:lastModifiedBy>
  <cp:revision>27</cp:revision>
  <dcterms:created xsi:type="dcterms:W3CDTF">2013-01-27T09:14:16Z</dcterms:created>
  <dcterms:modified xsi:type="dcterms:W3CDTF">2026-03-17T04:54:26Z</dcterms:modified>
  <cp:category/>
</cp:coreProperties>
</file>