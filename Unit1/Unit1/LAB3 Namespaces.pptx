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Lab </a:t>
            </a:r>
            <a:r>
              <a:rPr lang="en-IN" dirty="0"/>
              <a:t>3</a:t>
            </a:r>
            <a:r>
              <a:rPr dirty="0"/>
              <a:t>: Understanding Namespaces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DevOps Lab</a:t>
            </a:r>
          </a:p>
          <a:p>
            <a:r>
              <a:rPr dirty="0"/>
              <a:t>Understanding Process Isolation using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46770" cy="4525963"/>
          </a:xfrm>
        </p:spPr>
        <p:txBody>
          <a:bodyPr/>
          <a:lstStyle/>
          <a:p>
            <a:r>
              <a:rPr dirty="0"/>
              <a:t>To understand how containers isolate processes using Linux namespaces.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Namespace?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69630" cy="4525963"/>
          </a:xfrm>
        </p:spPr>
        <p:txBody>
          <a:bodyPr/>
          <a:lstStyle/>
          <a:p>
            <a:pPr algn="just"/>
            <a:r>
              <a:rPr dirty="0"/>
              <a:t>A namespace isolates system resources so that a container behaves like its own system.</a:t>
            </a:r>
          </a:p>
          <a:p>
            <a:pPr algn="just"/>
            <a:r>
              <a:rPr dirty="0"/>
              <a:t>Containers use namespaces to separate processes, networks, and filesystems.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Namespaces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PID Namespace – Process isolation</a:t>
            </a:r>
          </a:p>
          <a:p>
            <a:r>
              <a:t>Network Namespace – Separate network interfaces</a:t>
            </a:r>
          </a:p>
          <a:p>
            <a:r>
              <a:t>Mount Namespace – Filesystem isolation</a:t>
            </a:r>
          </a:p>
          <a:p>
            <a:r>
              <a:t>User Namespace – User permissions isolation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Namespaces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Run a container: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run -it ubuntu bash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Check process ID inside container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container run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$$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output:1 This means bash is PID 1 inside the container. Now check running 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69D28-D859-C572-7C1C-7A86970EC740}"/>
              </a:ext>
            </a:extLst>
          </p:cNvPr>
          <p:cNvSpPr txBox="1"/>
          <p:nvPr/>
        </p:nvSpPr>
        <p:spPr>
          <a:xfrm>
            <a:off x="994410" y="5202833"/>
            <a:ext cx="57264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UID   PID  PPID CMD</a:t>
            </a:r>
          </a:p>
          <a:p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  1     0  bash</a:t>
            </a:r>
          </a:p>
          <a:p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 12     1  ps -ef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Understanding Namespaces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Open another terminal (Host system). Now on your host machine, run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4E32A-E9BF-CAD9-5534-DF5A2E769297}"/>
              </a:ext>
            </a:extLst>
          </p:cNvPr>
          <p:cNvSpPr txBox="1"/>
          <p:nvPr/>
        </p:nvSpPr>
        <p:spPr>
          <a:xfrm>
            <a:off x="2903220" y="2677746"/>
            <a:ext cx="6115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ID   IMAGE   COMMAND   STATUS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abc123                      ubuntu         bash      Up 2 minutes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AFACF9-83E0-C52C-E251-B23C3F643E87}"/>
              </a:ext>
            </a:extLst>
          </p:cNvPr>
          <p:cNvSpPr txBox="1"/>
          <p:nvPr/>
        </p:nvSpPr>
        <p:spPr>
          <a:xfrm>
            <a:off x="457200" y="3437305"/>
            <a:ext cx="83553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Check processes of the container from host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top abc123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CC39EF-751A-C304-424E-BF6709AB9E47}"/>
              </a:ext>
            </a:extLst>
          </p:cNvPr>
          <p:cNvSpPr txBox="1"/>
          <p:nvPr/>
        </p:nvSpPr>
        <p:spPr>
          <a:xfrm>
            <a:off x="4812030" y="453458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UID   PID   PPID  CMD</a:t>
            </a:r>
          </a:p>
          <a:p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 3456  3450  bash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CECD18-109E-CA81-0F68-B222E673CEA4}"/>
              </a:ext>
            </a:extLst>
          </p:cNvPr>
          <p:cNvSpPr txBox="1"/>
          <p:nvPr/>
        </p:nvSpPr>
        <p:spPr>
          <a:xfrm>
            <a:off x="1028701" y="5525131"/>
            <a:ext cx="4692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PID = 3456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Inside container PID may be 1</a:t>
            </a:r>
          </a:p>
          <a:p>
            <a:r>
              <a:rPr dirty="0"/>
              <a:t>On host system PID may be different</a:t>
            </a:r>
          </a:p>
          <a:p>
            <a:r>
              <a:rPr dirty="0"/>
              <a:t>This proves PID namespace isolation.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Namespaces are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process isolation</a:t>
            </a:r>
          </a:p>
          <a:p>
            <a:r>
              <a:t>Improve system security</a:t>
            </a:r>
          </a:p>
          <a:p>
            <a:r>
              <a:t>Allow multiple containers to run independently</a:t>
            </a:r>
          </a:p>
          <a:p>
            <a:r>
              <a:t>Prevent conflicts between applications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Processes inside the container appear different from host processes,</a:t>
            </a:r>
          </a:p>
          <a:p>
            <a:r>
              <a:t>demonstrating namespace-based isolation.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Viva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is a namespace?</a:t>
            </a:r>
          </a:p>
          <a:p>
            <a:r>
              <a:t>2. What is PID namespace?</a:t>
            </a:r>
          </a:p>
          <a:p>
            <a:r>
              <a:t>3. Why do containers use namespaces?</a:t>
            </a:r>
          </a:p>
          <a:p>
            <a:r>
              <a:t>4. Difference between namespaces and cgroups?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290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Lab 3: Understanding Namespaces</vt:lpstr>
      <vt:lpstr>Aim</vt:lpstr>
      <vt:lpstr>What is a Namespace?</vt:lpstr>
      <vt:lpstr>Types of Namespaces</vt:lpstr>
      <vt:lpstr>Understanding Namespaces </vt:lpstr>
      <vt:lpstr>Understanding Namespaces </vt:lpstr>
      <vt:lpstr>Observation</vt:lpstr>
      <vt:lpstr>Why Namespaces are Important</vt:lpstr>
      <vt:lpstr>Expected Result</vt:lpstr>
      <vt:lpstr>Viva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Singh</cp:lastModifiedBy>
  <cp:revision>23</cp:revision>
  <dcterms:created xsi:type="dcterms:W3CDTF">2013-01-27T09:14:16Z</dcterms:created>
  <dcterms:modified xsi:type="dcterms:W3CDTF">2026-03-16T11:01:29Z</dcterms:modified>
  <cp:category/>
</cp:coreProperties>
</file>