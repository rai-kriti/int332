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Lab: Resource Limiting using cgroups in Docker</a:t>
            </a:r>
          </a:p>
          <a:p>
            <a:r>
              <a:t>DevOps Lab (3rd Year Students)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demonstrate CPU and Memory resource limits in Docker containers using Linux Control Groups (cgroups).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Theory: What are cgroups?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Control Groups (cgroups) limit and monitor system resources used by processes.</a:t>
            </a:r>
          </a:p>
          <a:p>
            <a:r>
              <a:t>Docker uses cgroups to control CPU, memory, disk I/O and other resources.</a:t>
            </a:r>
          </a:p>
          <a:p>
            <a:r>
              <a:t>This ensures that one container cannot consume all system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Controlled by cgroups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usage</a:t>
            </a:r>
          </a:p>
          <a:p>
            <a:r>
              <a:t>Memory usage</a:t>
            </a:r>
          </a:p>
          <a:p>
            <a:r>
              <a:t>Disk I/O</a:t>
            </a:r>
          </a:p>
          <a:p>
            <a:r>
              <a:t>Network bandwidth</a:t>
            </a:r>
          </a:p>
          <a:p>
            <a:r>
              <a:t>Process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Run a CPU Limited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Open terminal and run:</a:t>
            </a:r>
          </a:p>
          <a:p>
            <a:endParaRPr dirty="0"/>
          </a:p>
          <a:p>
            <a:r>
              <a:rPr dirty="0"/>
              <a:t>docker run -it --</a:t>
            </a:r>
            <a:r>
              <a:rPr dirty="0" err="1"/>
              <a:t>cpus</a:t>
            </a:r>
            <a:r>
              <a:rPr dirty="0"/>
              <a:t>="0.5" ubuntu bash</a:t>
            </a:r>
          </a:p>
          <a:p>
            <a:endParaRPr dirty="0"/>
          </a:p>
          <a:p>
            <a:r>
              <a:rPr dirty="0"/>
              <a:t>This command limits the container to use only 50% of one CPU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Generate CPU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Inside the container run:</a:t>
            </a:r>
          </a:p>
          <a:p>
            <a:endParaRPr/>
          </a:p>
          <a:p>
            <a:r>
              <a:t>yes &gt; /dev/null</a:t>
            </a:r>
          </a:p>
          <a:p>
            <a:endParaRPr/>
          </a:p>
          <a:p>
            <a:r>
              <a:t>This command continuously generates CPU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Monitor CPU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another terminal and run:</a:t>
            </a:r>
          </a:p>
          <a:p>
            <a:endParaRPr/>
          </a:p>
          <a:p>
            <a:r>
              <a:t>docker stats</a:t>
            </a:r>
          </a:p>
          <a:p>
            <a:endParaRPr/>
          </a:p>
          <a:p>
            <a:r>
              <a:t>Observe that CPU usage does not exceed 50%.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Stop CPU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back to the first terminal and press:</a:t>
            </a:r>
          </a:p>
          <a:p>
            <a:endParaRPr/>
          </a:p>
          <a:p>
            <a:r>
              <a:t>CTRL +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Run Memory Limited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Run the following command:</a:t>
            </a:r>
          </a:p>
          <a:p>
            <a:endParaRPr dirty="0"/>
          </a:p>
          <a:p>
            <a:r>
              <a:rPr dirty="0"/>
              <a:t>docker run -it --memory="256m" ubuntu bash</a:t>
            </a:r>
          </a:p>
          <a:p>
            <a:endParaRPr dirty="0"/>
          </a:p>
          <a:p>
            <a:r>
              <a:rPr dirty="0"/>
              <a:t>This limits container memory to 256 MB.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Install Stress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Inside the container run:</a:t>
            </a:r>
          </a:p>
          <a:p>
            <a:endParaRPr/>
          </a:p>
          <a:p>
            <a:r>
              <a:t>apt update</a:t>
            </a:r>
          </a:p>
          <a:p>
            <a:r>
              <a:t>apt install stress -y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Generate Memory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Run the command:</a:t>
            </a:r>
          </a:p>
          <a:p>
            <a:endParaRPr dirty="0"/>
          </a:p>
          <a:p>
            <a:r>
              <a:rPr dirty="0"/>
              <a:t>stress --</a:t>
            </a:r>
            <a:r>
              <a:rPr dirty="0" err="1"/>
              <a:t>vm</a:t>
            </a:r>
            <a:r>
              <a:rPr dirty="0"/>
              <a:t> 1 --</a:t>
            </a:r>
            <a:r>
              <a:rPr dirty="0" err="1"/>
              <a:t>vm</a:t>
            </a:r>
            <a:r>
              <a:rPr dirty="0"/>
              <a:t>-bytes 300M</a:t>
            </a:r>
          </a:p>
          <a:p>
            <a:endParaRPr dirty="0"/>
          </a:p>
          <a:p>
            <a:r>
              <a:rPr dirty="0"/>
              <a:t>This attempts to allocate 300 MB memory.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Observe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another terminal and run:</a:t>
            </a:r>
          </a:p>
          <a:p>
            <a:endParaRPr/>
          </a:p>
          <a:p>
            <a:r>
              <a:t>docker stats</a:t>
            </a:r>
          </a:p>
          <a:p>
            <a:endParaRPr/>
          </a:p>
          <a:p>
            <a:r>
              <a:t>The container will either hit the limit or stop due to memory restriction.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usage is limited to 50%.</a:t>
            </a:r>
          </a:p>
          <a:p>
            <a:r>
              <a:t>Memory usage cannot exceed 256 MB.</a:t>
            </a:r>
          </a:p>
          <a:p>
            <a:r>
              <a:t>This demonstrates resource control using cgroups.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are cgroups?</a:t>
            </a:r>
          </a:p>
          <a:p>
            <a:r>
              <a:t>2. Why are resource limits important in containers?</a:t>
            </a:r>
          </a:p>
          <a:p>
            <a:r>
              <a:t>3. What happens if container memory exceeds limit?</a:t>
            </a:r>
          </a:p>
          <a:p>
            <a:r>
              <a:t>4. Difference between namespaces and cgroups?</a:t>
            </a:r>
          </a:p>
          <a:p>
            <a:r>
              <a:t>5. Which Docker option controls CPU usage?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373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Title</vt:lpstr>
      <vt:lpstr>Aim</vt:lpstr>
      <vt:lpstr>Theory: What are cgroups?</vt:lpstr>
      <vt:lpstr>Resources Controlled by cgroups</vt:lpstr>
      <vt:lpstr>Step 1: Run a CPU Limited Container</vt:lpstr>
      <vt:lpstr>Step 2: Generate CPU Load</vt:lpstr>
      <vt:lpstr>Step 3: Monitor CPU Usage</vt:lpstr>
      <vt:lpstr>Step 4: Stop CPU Load</vt:lpstr>
      <vt:lpstr>Step 5: Run Memory Limited Container</vt:lpstr>
      <vt:lpstr>Step 6: Install Stress Tool</vt:lpstr>
      <vt:lpstr>Step 7: Generate Memory Load</vt:lpstr>
      <vt:lpstr>Step 8: Observe Result</vt:lpstr>
      <vt:lpstr>Expected Result</vt:lpstr>
      <vt:lpstr>Viva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Singh</cp:lastModifiedBy>
  <cp:revision>3</cp:revision>
  <dcterms:created xsi:type="dcterms:W3CDTF">2013-01-27T09:14:16Z</dcterms:created>
  <dcterms:modified xsi:type="dcterms:W3CDTF">2026-03-16T13:17:06Z</dcterms:modified>
  <cp:category/>
</cp:coreProperties>
</file>